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4" r:id="rId11"/>
    <p:sldId id="265" r:id="rId12"/>
    <p:sldId id="266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" roundtripDataSignature="AMtx7mjU9lODtbd+wper4VU1w2/R+Ulj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0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6621231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28939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910713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320053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406187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191306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328483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536949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638098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4CBBF103-4768-B96F-DD3E-855A95878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>
            <a:extLst>
              <a:ext uri="{FF2B5EF4-FFF2-40B4-BE49-F238E27FC236}">
                <a16:creationId xmlns:a16="http://schemas.microsoft.com/office/drawing/2014/main" id="{7C3869E4-3641-4D21-5188-C2C8019BB2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8:notes">
            <a:extLst>
              <a:ext uri="{FF2B5EF4-FFF2-40B4-BE49-F238E27FC236}">
                <a16:creationId xmlns:a16="http://schemas.microsoft.com/office/drawing/2014/main" id="{83FD6975-C80D-1DDB-7377-C12B8495EC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589060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168338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454518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ce16ed41b5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g2ce16ed41b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12986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/>
          <p:nvPr/>
        </p:nvSpPr>
        <p:spPr>
          <a:xfrm>
            <a:off x="914400" y="2393950"/>
            <a:ext cx="10363200" cy="109538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 extrusionOk="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" name="Google Shape;19;p12"/>
          <p:cNvSpPr txBox="1">
            <a:spLocks noGrp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560"/>
              </a:spcBef>
              <a:spcAft>
                <a:spcPts val="0"/>
              </a:spcAft>
              <a:buSzPts val="2800"/>
              <a:buFont typeface="Noto Sans Symbols"/>
              <a:buNone/>
              <a:defRPr sz="2800"/>
            </a:lvl1pPr>
            <a:lvl2pPr lvl="1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lvl="4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lvl="5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6pPr>
            <a:lvl7pPr lvl="6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7pPr>
            <a:lvl8pPr lvl="7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21" name="Google Shape;21;p12"/>
          <p:cNvSpPr txBox="1">
            <a:spLocks noGrp="1"/>
          </p:cNvSpPr>
          <p:nvPr>
            <p:ph type="dt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17BFF1A2-88F2-4511-A600-098773B6F043}" type="datetime1">
              <a:rPr lang="en-US" smtClean="0"/>
              <a:t>10/8/2026</a:t>
            </a:fld>
            <a:endParaRPr/>
          </a:p>
        </p:txBody>
      </p:sp>
      <p:sp>
        <p:nvSpPr>
          <p:cNvPr id="22" name="Google Shape;22;p12"/>
          <p:cNvSpPr txBox="1">
            <a:spLocks noGrp="1"/>
          </p:cNvSpPr>
          <p:nvPr>
            <p:ph type="ft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ICCDS-2026</a:t>
            </a:r>
            <a:endParaRPr/>
          </a:p>
        </p:txBody>
      </p:sp>
      <p:sp>
        <p:nvSpPr>
          <p:cNvPr id="23" name="Google Shape;23;p12"/>
          <p:cNvSpPr txBox="1">
            <a:spLocks noGrp="1"/>
          </p:cNvSpPr>
          <p:nvPr>
            <p:ph type="sldNum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3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body" idx="1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27" name="Google Shape;27;p13"/>
          <p:cNvSpPr txBox="1">
            <a:spLocks noGrp="1"/>
          </p:cNvSpPr>
          <p:nvPr>
            <p:ph type="dt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21FF6910-5D60-451B-8AA8-2BB70799CFD4}" type="datetime1">
              <a:rPr lang="en-US" smtClean="0"/>
              <a:t>10/8/2026</a:t>
            </a:fld>
            <a:endParaRPr/>
          </a:p>
        </p:txBody>
      </p:sp>
      <p:sp>
        <p:nvSpPr>
          <p:cNvPr id="28" name="Google Shape;28;p13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ICCDS-2026</a:t>
            </a:r>
            <a:endParaRPr/>
          </a:p>
        </p:txBody>
      </p:sp>
      <p:sp>
        <p:nvSpPr>
          <p:cNvPr id="29" name="Google Shape;29;p13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4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2286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6pPr>
            <a:lvl7pPr marL="3200400" lvl="6" indent="-2286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7pPr>
            <a:lvl8pPr marL="3657600" lvl="7" indent="-2286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8pPr>
            <a:lvl9pPr marL="4114800" lvl="8" indent="-2286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33" name="Google Shape;33;p14"/>
          <p:cNvSpPr txBox="1">
            <a:spLocks noGrp="1"/>
          </p:cNvSpPr>
          <p:nvPr>
            <p:ph type="dt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CC181229-52A0-4B4D-A361-FEAB5F03D21A}" type="datetime1">
              <a:rPr lang="en-US" smtClean="0"/>
              <a:t>10/8/2026</a:t>
            </a:fld>
            <a:endParaRPr/>
          </a:p>
        </p:txBody>
      </p:sp>
      <p:sp>
        <p:nvSpPr>
          <p:cNvPr id="34" name="Google Shape;34;p14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ICCDS-2026</a:t>
            </a:r>
            <a:endParaRPr/>
          </a:p>
        </p:txBody>
      </p:sp>
      <p:sp>
        <p:nvSpPr>
          <p:cNvPr id="35" name="Google Shape;35;p14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5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body" idx="1"/>
          </p:nvPr>
        </p:nvSpPr>
        <p:spPr>
          <a:xfrm>
            <a:off x="755651" y="1752600"/>
            <a:ext cx="52324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SzPts val="2800"/>
              <a:buChar char="□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SzPts val="2400"/>
              <a:buChar char="■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□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 sz="1800"/>
            </a:lvl4pPr>
            <a:lvl5pPr marL="2286000" lvl="4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5pPr>
            <a:lvl6pPr marL="2743200" lvl="5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6pPr>
            <a:lvl7pPr marL="3200400" lvl="6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7pPr>
            <a:lvl8pPr marL="3657600" lvl="7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8pPr>
            <a:lvl9pPr marL="4114800" lvl="8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body" idx="2"/>
          </p:nvPr>
        </p:nvSpPr>
        <p:spPr>
          <a:xfrm>
            <a:off x="6191251" y="1752600"/>
            <a:ext cx="52324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SzPts val="2800"/>
              <a:buChar char="□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SzPts val="2400"/>
              <a:buChar char="■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□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 sz="1800"/>
            </a:lvl4pPr>
            <a:lvl5pPr marL="2286000" lvl="4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5pPr>
            <a:lvl6pPr marL="2743200" lvl="5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6pPr>
            <a:lvl7pPr marL="3200400" lvl="6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7pPr>
            <a:lvl8pPr marL="3657600" lvl="7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8pPr>
            <a:lvl9pPr marL="4114800" lvl="8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9pPr>
          </a:lstStyle>
          <a:p>
            <a:endParaRPr/>
          </a:p>
        </p:txBody>
      </p:sp>
      <p:sp>
        <p:nvSpPr>
          <p:cNvPr id="40" name="Google Shape;40;p15"/>
          <p:cNvSpPr txBox="1">
            <a:spLocks noGrp="1"/>
          </p:cNvSpPr>
          <p:nvPr>
            <p:ph type="dt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3E0DE556-9B06-4769-A3D3-1387CF7B8CB8}" type="datetime1">
              <a:rPr lang="en-US" smtClean="0"/>
              <a:t>10/8/2026</a:t>
            </a:fld>
            <a:endParaRPr/>
          </a:p>
        </p:txBody>
      </p:sp>
      <p:sp>
        <p:nvSpPr>
          <p:cNvPr id="41" name="Google Shape;41;p15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ICCDS-2026</a:t>
            </a:r>
            <a:endParaRPr/>
          </a:p>
        </p:txBody>
      </p:sp>
      <p:sp>
        <p:nvSpPr>
          <p:cNvPr id="42" name="Google Shape;42;p15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□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Char char="■"/>
              <a:defRPr sz="1600"/>
            </a:lvl4pPr>
            <a:lvl5pPr marL="2286000" lvl="4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marL="2743200" lvl="5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6pPr>
            <a:lvl7pPr marL="3200400" lvl="6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7pPr>
            <a:lvl8pPr marL="3657600" lvl="7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8pPr>
            <a:lvl9pPr marL="4114800" lvl="8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□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Char char="■"/>
              <a:defRPr sz="1600"/>
            </a:lvl4pPr>
            <a:lvl5pPr marL="2286000" lvl="4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marL="2743200" lvl="5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6pPr>
            <a:lvl7pPr marL="3200400" lvl="6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7pPr>
            <a:lvl8pPr marL="3657600" lvl="7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8pPr>
            <a:lvl9pPr marL="4114800" lvl="8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>
            <a:endParaRPr/>
          </a:p>
        </p:txBody>
      </p:sp>
      <p:sp>
        <p:nvSpPr>
          <p:cNvPr id="49" name="Google Shape;49;p16"/>
          <p:cNvSpPr txBox="1">
            <a:spLocks noGrp="1"/>
          </p:cNvSpPr>
          <p:nvPr>
            <p:ph type="dt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17196B0B-D215-463E-9EE4-F62DD7303872}" type="datetime1">
              <a:rPr lang="en-US" smtClean="0"/>
              <a:t>10/8/2026</a:t>
            </a:fld>
            <a:endParaRPr/>
          </a:p>
        </p:txBody>
      </p:sp>
      <p:sp>
        <p:nvSpPr>
          <p:cNvPr id="50" name="Google Shape;50;p16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ICCDS-2026</a:t>
            </a:r>
            <a:endParaRPr/>
          </a:p>
        </p:txBody>
      </p:sp>
      <p:sp>
        <p:nvSpPr>
          <p:cNvPr id="51" name="Google Shape;51;p16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7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7"/>
          <p:cNvSpPr txBox="1">
            <a:spLocks noGrp="1"/>
          </p:cNvSpPr>
          <p:nvPr>
            <p:ph type="dt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6AEEE44C-A58B-4F82-A3CF-F02B0BEB308A}" type="datetime1">
              <a:rPr lang="en-US" smtClean="0"/>
              <a:t>10/8/2026</a:t>
            </a:fld>
            <a:endParaRPr/>
          </a:p>
        </p:txBody>
      </p:sp>
      <p:sp>
        <p:nvSpPr>
          <p:cNvPr id="55" name="Google Shape;55;p17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ICCDS-2026</a:t>
            </a:r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8"/>
          <p:cNvSpPr txBox="1">
            <a:spLocks noGrp="1"/>
          </p:cNvSpPr>
          <p:nvPr>
            <p:ph type="dt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86FFB19B-63F8-4D04-93A8-9EE0352B04F9}" type="datetime1">
              <a:rPr lang="en-US" smtClean="0"/>
              <a:t>10/8/2026</a:t>
            </a:fld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ICCDS-2026</a:t>
            </a:r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SzPts val="3200"/>
              <a:buChar char="□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SzPts val="2800"/>
              <a:buChar char="■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SzPts val="2400"/>
              <a:buChar char="□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4pPr>
            <a:lvl5pPr marL="2286000" lvl="4" indent="-355600" algn="l"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5pPr>
            <a:lvl6pPr marL="2743200" lvl="5" indent="-355600" algn="l"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6pPr>
            <a:lvl7pPr marL="3200400" lvl="6" indent="-355600" algn="l"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7pPr>
            <a:lvl8pPr marL="3657600" lvl="7" indent="-355600" algn="l"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8pPr>
            <a:lvl9pPr marL="4114800" lvl="8" indent="-355600" algn="l"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9pPr>
          </a:lstStyle>
          <a:p>
            <a:endParaRPr/>
          </a:p>
        </p:txBody>
      </p:sp>
      <p:sp>
        <p:nvSpPr>
          <p:cNvPr id="64" name="Google Shape;64;p1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dt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BAFD539D-4735-4D2F-95AC-45CC9E7715AC}" type="datetime1">
              <a:rPr lang="en-US" smtClean="0"/>
              <a:t>10/8/2026</a:t>
            </a:fld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ICCDS-2026</a:t>
            </a:r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2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2" name="Google Shape;72;p20"/>
          <p:cNvSpPr txBox="1">
            <a:spLocks noGrp="1"/>
          </p:cNvSpPr>
          <p:nvPr>
            <p:ph type="dt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DA3117A1-E607-4972-86C3-9CA9BE868F25}" type="datetime1">
              <a:rPr lang="en-US" smtClean="0"/>
              <a:t>10/8/2026</a:t>
            </a:fld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ICCDS-2026</a:t>
            </a:r>
            <a:endParaRPr/>
          </a:p>
        </p:txBody>
      </p:sp>
      <p:sp>
        <p:nvSpPr>
          <p:cNvPr id="74" name="Google Shape;74;p20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1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body" idx="1"/>
          </p:nvPr>
        </p:nvSpPr>
        <p:spPr>
          <a:xfrm rot="5400000">
            <a:off x="3956051" y="-1447800"/>
            <a:ext cx="42672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dt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642D2B04-CA59-489D-8ACC-574EB5480468}" type="datetime1">
              <a:rPr lang="en-US" smtClean="0"/>
              <a:t>10/8/2026</a:t>
            </a:fld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ICCDS-2026</a:t>
            </a:r>
            <a:endParaRPr/>
          </a:p>
        </p:txBody>
      </p:sp>
      <p:sp>
        <p:nvSpPr>
          <p:cNvPr id="80" name="Google Shape;80;p21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2"/>
          <p:cNvSpPr txBox="1">
            <a:spLocks noGrp="1"/>
          </p:cNvSpPr>
          <p:nvPr>
            <p:ph type="title"/>
          </p:nvPr>
        </p:nvSpPr>
        <p:spPr>
          <a:xfrm rot="5400000">
            <a:off x="7242176" y="1827742"/>
            <a:ext cx="5715000" cy="2669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2"/>
          <p:cNvSpPr txBox="1">
            <a:spLocks noGrp="1"/>
          </p:cNvSpPr>
          <p:nvPr>
            <p:ph type="body" idx="1"/>
          </p:nvPr>
        </p:nvSpPr>
        <p:spPr>
          <a:xfrm rot="5400000">
            <a:off x="1801284" y="-740833"/>
            <a:ext cx="5715000" cy="780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84" name="Google Shape;84;p22"/>
          <p:cNvSpPr txBox="1">
            <a:spLocks noGrp="1"/>
          </p:cNvSpPr>
          <p:nvPr>
            <p:ph type="dt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DCA028A0-5814-4E0F-9FA5-846F2071952A}" type="datetime1">
              <a:rPr lang="en-US" smtClean="0"/>
              <a:t>10/8/2026</a:t>
            </a:fld>
            <a:endParaRPr/>
          </a:p>
        </p:txBody>
      </p:sp>
      <p:sp>
        <p:nvSpPr>
          <p:cNvPr id="85" name="Google Shape;85;p22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ICCDS-2026</a:t>
            </a:r>
            <a:endParaRPr/>
          </a:p>
        </p:txBody>
      </p:sp>
      <p:sp>
        <p:nvSpPr>
          <p:cNvPr id="86" name="Google Shape;86;p22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3">
            <a:alphaModFix/>
          </a:blip>
          <a:tile tx="0" ty="0" sx="100000" sy="100000" flip="none" algn="tl"/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19100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Char char="□"/>
              <a:defRPr sz="3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93700" algn="l" rtl="0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■"/>
              <a:defRPr sz="2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74650" algn="l" rtl="0">
              <a:spcBef>
                <a:spcPts val="460"/>
              </a:spcBef>
              <a:spcAft>
                <a:spcPts val="0"/>
              </a:spcAft>
              <a:buClr>
                <a:schemeClr val="accent2"/>
              </a:buClr>
              <a:buSzPts val="2300"/>
              <a:buFont typeface="Noto Sans Symbols"/>
              <a:buChar char="□"/>
              <a:defRPr sz="23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55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3200400" marR="0" lvl="6" indent="-355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3657600" marR="0" lvl="7" indent="-355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4114800" marR="0" lvl="8" indent="-355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12" name="Google Shape;12;p11"/>
          <p:cNvSpPr/>
          <p:nvPr/>
        </p:nvSpPr>
        <p:spPr>
          <a:xfrm>
            <a:off x="812800" y="1566864"/>
            <a:ext cx="10610851" cy="109537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 extrusionOk="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13" name="Google Shape;13;p11"/>
          <p:cNvCxnSpPr/>
          <p:nvPr/>
        </p:nvCxnSpPr>
        <p:spPr>
          <a:xfrm>
            <a:off x="812800" y="6172200"/>
            <a:ext cx="105664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Google Shape;14;p11"/>
          <p:cNvSpPr txBox="1">
            <a:spLocks noGrp="1"/>
          </p:cNvSpPr>
          <p:nvPr>
            <p:ph type="dt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fld id="{7A71105A-7811-4DF9-AFE0-C623CDF6580F}" type="datetime1">
              <a:rPr lang="en-US" smtClean="0"/>
              <a:t>10/8/2026</a:t>
            </a:fld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r>
              <a:rPr lang="en-IN"/>
              <a:t>ICCDS-2026</a:t>
            </a:r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tile tx="0" ty="0" sx="100000" sy="100000" flip="none" algn="tl"/>
        </a:blip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 txBox="1"/>
          <p:nvPr/>
        </p:nvSpPr>
        <p:spPr>
          <a:xfrm>
            <a:off x="838200" y="266324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600"/>
              <a:buFont typeface="Verdana"/>
              <a:buNone/>
            </a:pPr>
            <a:r>
              <a:rPr lang="en-IN" sz="3600" b="1" i="0" u="none" strike="noStrike" cap="none" dirty="0">
                <a:solidFill>
                  <a:schemeClr val="accent1">
                    <a:lumMod val="50000"/>
                  </a:schemeClr>
                </a:solidFill>
                <a:latin typeface="Verdana"/>
                <a:ea typeface="Verdana"/>
                <a:cs typeface="Verdana"/>
                <a:sym typeface="Verdana"/>
              </a:rPr>
              <a:t>&lt;PAPER TITLE&gt;</a:t>
            </a:r>
            <a:endParaRPr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989063" y="4262136"/>
            <a:ext cx="10322700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None/>
            </a:pPr>
            <a:r>
              <a:rPr lang="en-IN" sz="2400" b="1" i="0" u="none" strike="noStrike" cap="none" dirty="0">
                <a:solidFill>
                  <a:schemeClr val="accent6"/>
                </a:solidFill>
                <a:latin typeface="Verdana"/>
                <a:ea typeface="Verdana"/>
                <a:cs typeface="Verdana"/>
                <a:sym typeface="Verdana"/>
              </a:rPr>
              <a:t>Paper ID</a:t>
            </a:r>
            <a:r>
              <a:rPr lang="en-IN" sz="2400" b="1" dirty="0">
                <a:solidFill>
                  <a:schemeClr val="accent6"/>
                </a:solidFill>
                <a:latin typeface="Verdana"/>
                <a:ea typeface="Verdana"/>
                <a:cs typeface="Verdana"/>
                <a:sym typeface="Verdana"/>
              </a:rPr>
              <a:t>:</a:t>
            </a:r>
            <a:r>
              <a:rPr lang="en-IN" sz="2400" b="1" dirty="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lang="en-IN" sz="2400" b="1" dirty="0">
              <a:solidFill>
                <a:schemeClr val="accent5"/>
              </a:solidFill>
              <a:latin typeface="Verdana"/>
              <a:ea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None/>
            </a:pPr>
            <a:endParaRPr lang="en-IN" sz="2400" b="1" dirty="0">
              <a:solidFill>
                <a:schemeClr val="accent5"/>
              </a:solidFill>
              <a:latin typeface="Verdana"/>
              <a:ea typeface="Verdana"/>
              <a:sym typeface="Verdana"/>
            </a:endParaRPr>
          </a:p>
          <a:p>
            <a:pPr>
              <a:buClr>
                <a:srgbClr val="FF0000"/>
              </a:buClr>
              <a:buSzPts val="2400"/>
            </a:pPr>
            <a:r>
              <a:rPr lang="en-IN" sz="2400" b="1" dirty="0">
                <a:solidFill>
                  <a:schemeClr val="accent6"/>
                </a:solidFill>
                <a:latin typeface="Verdana"/>
                <a:ea typeface="Verdana"/>
                <a:sym typeface="Verdana"/>
              </a:rPr>
              <a:t>College Name:</a:t>
            </a:r>
            <a:endParaRPr lang="en-IN" sz="2400" b="1" dirty="0">
              <a:solidFill>
                <a:schemeClr val="accent5"/>
              </a:solidFill>
              <a:latin typeface="Verdana"/>
              <a:ea typeface="Verdana"/>
              <a:sym typeface="Verdana"/>
            </a:endParaRPr>
          </a:p>
          <a:p>
            <a:pPr>
              <a:buClr>
                <a:srgbClr val="FF0000"/>
              </a:buClr>
              <a:buSzPts val="2400"/>
            </a:pPr>
            <a:endParaRPr lang="en-IN" sz="2400" b="1" dirty="0">
              <a:solidFill>
                <a:schemeClr val="accent5"/>
              </a:solidFill>
              <a:latin typeface="Verdana"/>
              <a:ea typeface="Verdana"/>
            </a:endParaRPr>
          </a:p>
          <a:p>
            <a:pPr>
              <a:buClr>
                <a:srgbClr val="FF0000"/>
              </a:buClr>
              <a:buSzPts val="2400"/>
            </a:pPr>
            <a:r>
              <a:rPr lang="en-IN" sz="2400" b="1" dirty="0">
                <a:solidFill>
                  <a:schemeClr val="accent6"/>
                </a:solidFill>
                <a:latin typeface="Verdana"/>
                <a:ea typeface="Verdana"/>
                <a:sym typeface="Verdana"/>
              </a:rPr>
              <a:t>Presented By:</a:t>
            </a:r>
            <a:endParaRPr lang="en-IN" sz="2400" b="1" dirty="0">
              <a:solidFill>
                <a:schemeClr val="accent5"/>
              </a:solidFill>
              <a:latin typeface="Verdana"/>
              <a:ea typeface="Verdana"/>
              <a:sym typeface="Verdana"/>
            </a:endParaRPr>
          </a:p>
          <a:p>
            <a:pPr>
              <a:buClr>
                <a:srgbClr val="FF0000"/>
              </a:buClr>
              <a:buSzPts val="2400"/>
            </a:pPr>
            <a:endParaRPr lang="en-IN" sz="2400" b="1" dirty="0">
              <a:solidFill>
                <a:schemeClr val="accent5"/>
              </a:solidFill>
              <a:latin typeface="Verdana"/>
              <a:ea typeface="Verdana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198375" y="1167250"/>
            <a:ext cx="11462700" cy="12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600"/>
              <a:buFont typeface="Rockwell"/>
              <a:buNone/>
            </a:pPr>
            <a:r>
              <a:rPr lang="en-US" sz="2400" b="1" dirty="0">
                <a:solidFill>
                  <a:srgbClr val="7030A0"/>
                </a:solidFill>
                <a:latin typeface="Rockwell"/>
                <a:ea typeface="Rockwell"/>
                <a:cs typeface="Rockwell"/>
                <a:sym typeface="Rockwell"/>
              </a:rPr>
              <a:t>CS23533-FOUNDATIONS OF ARTIFICIAL INTELLIGENCE</a:t>
            </a:r>
            <a:endParaRPr sz="30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3119513" y="84475"/>
            <a:ext cx="60618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rgbClr val="002060"/>
                </a:solidFill>
                <a:latin typeface="Rockwell"/>
                <a:ea typeface="Rockwell"/>
                <a:cs typeface="Rockwell"/>
                <a:sym typeface="Rockwell"/>
              </a:rPr>
              <a:t>Department of Computer Science and Engineering </a:t>
            </a:r>
            <a:endParaRPr sz="1800" b="1" dirty="0">
              <a:solidFill>
                <a:srgbClr val="002060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rgbClr val="002060"/>
                </a:solidFill>
                <a:latin typeface="Rockwell"/>
                <a:ea typeface="Rockwell"/>
                <a:cs typeface="Rockwell"/>
                <a:sym typeface="Rockwell"/>
              </a:rPr>
              <a:t>Organizes</a:t>
            </a:r>
            <a:endParaRPr sz="1800" dirty="0">
              <a:solidFill>
                <a:srgbClr val="00206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772903B-BB46-5E5F-CF9C-EEDA78FD046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saturation sat="40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2071" y="-1492"/>
            <a:ext cx="3030827" cy="10321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tile tx="0" ty="0" sx="100000" sy="100000" flip="none" algn="tl"/>
        </a:blip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 txBox="1">
            <a:spLocks noGrp="1"/>
          </p:cNvSpPr>
          <p:nvPr>
            <p:ph type="title"/>
          </p:nvPr>
        </p:nvSpPr>
        <p:spPr>
          <a:xfrm>
            <a:off x="762008" y="1"/>
            <a:ext cx="10668000" cy="1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b="1">
                <a:solidFill>
                  <a:srgbClr val="FF0000"/>
                </a:solidFill>
              </a:rPr>
              <a:t>List of Content</a:t>
            </a:r>
            <a:endParaRPr/>
          </a:p>
        </p:txBody>
      </p:sp>
      <p:sp>
        <p:nvSpPr>
          <p:cNvPr id="104" name="Google Shape;104;p2"/>
          <p:cNvSpPr txBox="1">
            <a:spLocks noGrp="1"/>
          </p:cNvSpPr>
          <p:nvPr>
            <p:ph type="body" idx="1"/>
          </p:nvPr>
        </p:nvSpPr>
        <p:spPr>
          <a:xfrm>
            <a:off x="762001" y="1695449"/>
            <a:ext cx="10668000" cy="4380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99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Char char="□"/>
            </a:pPr>
            <a:r>
              <a:rPr lang="en-I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0" lvl="0" indent="-4191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Char char="□"/>
            </a:pPr>
            <a:r>
              <a:rPr lang="en-I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0" lvl="0" indent="-4191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Char char="□"/>
            </a:pPr>
            <a:r>
              <a:rPr lang="en-I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0" lvl="0" indent="-4445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Char char="□"/>
            </a:pPr>
            <a:r>
              <a:rPr lang="en-I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0" lvl="0" indent="-4445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Char char="□"/>
            </a:pPr>
            <a:r>
              <a:rPr lang="en-I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work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0" lvl="0" indent="-4445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Char char="□"/>
            </a:pPr>
            <a:r>
              <a:rPr lang="en-I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Architecture</a:t>
            </a:r>
          </a:p>
          <a:p>
            <a:pPr marL="469900" marR="0" lvl="0" indent="-4445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Char char="□"/>
            </a:pPr>
            <a:r>
              <a:rPr lang="en-I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0" lvl="0" indent="-4445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Char char="□"/>
            </a:pPr>
            <a:r>
              <a:rPr lang="en-I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and Discussions</a:t>
            </a:r>
            <a:endParaRPr sz="2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0" lvl="0" indent="-4445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□"/>
            </a:pPr>
            <a:r>
              <a:rPr lang="en-I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2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0" lvl="0" indent="-4445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Char char="□"/>
            </a:pPr>
            <a:r>
              <a:rPr lang="en-IN" sz="240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 </a:t>
            </a:r>
            <a:br>
              <a:rPr lang="en-IN" sz="240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SzPts val="3000"/>
              <a:buNone/>
            </a:pPr>
            <a:endParaRPr dirty="0"/>
          </a:p>
        </p:txBody>
      </p:sp>
      <p:sp>
        <p:nvSpPr>
          <p:cNvPr id="106" name="Google Shape;106;p2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None/>
            </a:pPr>
            <a:endParaRPr dirty="0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</a:t>
            </a:fld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IN" sz="3200" b="1">
                <a:solidFill>
                  <a:srgbClr val="FF0000"/>
                </a:solidFill>
              </a:rPr>
              <a:t>Abstract</a:t>
            </a:r>
            <a:endParaRPr sz="2800"/>
          </a:p>
        </p:txBody>
      </p:sp>
      <p:sp>
        <p:nvSpPr>
          <p:cNvPr id="113" name="Google Shape;113;p3"/>
          <p:cNvSpPr txBox="1">
            <a:spLocks noGrp="1"/>
          </p:cNvSpPr>
          <p:nvPr>
            <p:ph type="body" idx="1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9900" marR="0" lvl="0" indent="-469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800"/>
              <a:buFont typeface="Noto Sans Symbols"/>
              <a:buChar char="□"/>
            </a:pPr>
            <a:r>
              <a:rPr lang="en-IN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-------------</a:t>
            </a:r>
            <a:endParaRPr sz="28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69900" marR="0" lvl="0" indent="-469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2800"/>
              <a:buFont typeface="Noto Sans Symbols"/>
              <a:buChar char="□"/>
            </a:pPr>
            <a:r>
              <a:rPr lang="en-IN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-------------</a:t>
            </a:r>
            <a:endParaRPr sz="28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SzPts val="3000"/>
              <a:buNone/>
            </a:pPr>
            <a:endParaRPr/>
          </a:p>
        </p:txBody>
      </p:sp>
      <p:sp>
        <p:nvSpPr>
          <p:cNvPr id="115" name="Google Shape;115;p3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None/>
            </a:pPr>
            <a:endParaRPr dirty="0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3</a:t>
            </a:fld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tile tx="0" ty="0" sx="100000" sy="100000" flip="none" algn="tl"/>
        </a:blip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>
                <a:solidFill>
                  <a:srgbClr val="FF0000"/>
                </a:solidFill>
              </a:rPr>
              <a:t>Introduction</a:t>
            </a:r>
            <a:endParaRPr sz="2800"/>
          </a:p>
        </p:txBody>
      </p:sp>
      <p:sp>
        <p:nvSpPr>
          <p:cNvPr id="122" name="Google Shape;122;p4"/>
          <p:cNvSpPr txBox="1">
            <a:spLocks noGrp="1"/>
          </p:cNvSpPr>
          <p:nvPr>
            <p:ph type="body" idx="1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9900" marR="0" lvl="0" indent="-469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Noto Sans Symbols"/>
              <a:buChar char="□"/>
            </a:pPr>
            <a:r>
              <a:rPr lang="en-IN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-------------</a:t>
            </a:r>
            <a:endParaRPr sz="3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69900" marR="0" lvl="0" indent="-469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Noto Sans Symbols"/>
              <a:buChar char="□"/>
            </a:pPr>
            <a:r>
              <a:rPr lang="en-IN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-------------</a:t>
            </a:r>
            <a:endParaRPr sz="32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SzPts val="3000"/>
              <a:buNone/>
            </a:pPr>
            <a:endParaRPr/>
          </a:p>
        </p:txBody>
      </p:sp>
      <p:sp>
        <p:nvSpPr>
          <p:cNvPr id="124" name="Google Shape;124;p4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None/>
            </a:pPr>
            <a:endParaRPr dirty="0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4</a:t>
            </a:fld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tile tx="0" ty="0" sx="100000" sy="100000" flip="none" algn="tl"/>
        </a:blip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IN" sz="2800" b="1">
                <a:solidFill>
                  <a:srgbClr val="FF0000"/>
                </a:solidFill>
              </a:rPr>
              <a:t>Literature Survey</a:t>
            </a:r>
            <a:endParaRPr sz="2800"/>
          </a:p>
        </p:txBody>
      </p:sp>
      <p:sp>
        <p:nvSpPr>
          <p:cNvPr id="131" name="Google Shape;131;p5"/>
          <p:cNvSpPr txBox="1">
            <a:spLocks noGrp="1"/>
          </p:cNvSpPr>
          <p:nvPr>
            <p:ph type="body" idx="1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9900" marR="0" lvl="0" indent="-469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Noto Sans Symbols"/>
              <a:buChar char="□"/>
            </a:pPr>
            <a:r>
              <a:rPr lang="en-IN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---------------</a:t>
            </a:r>
            <a:endParaRPr sz="32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SzPts val="3000"/>
              <a:buNone/>
            </a:pPr>
            <a:endParaRPr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5</a:t>
            </a:fld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tile tx="0" ty="0" sx="100000" sy="100000" flip="none" algn="tl"/>
        </a:blip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IN" sz="2800" b="1">
                <a:solidFill>
                  <a:srgbClr val="FF0000"/>
                </a:solidFill>
              </a:rPr>
              <a:t>Problem Statement</a:t>
            </a:r>
            <a:endParaRPr sz="2800"/>
          </a:p>
        </p:txBody>
      </p:sp>
      <p:sp>
        <p:nvSpPr>
          <p:cNvPr id="140" name="Google Shape;140;p6"/>
          <p:cNvSpPr txBox="1">
            <a:spLocks noGrp="1"/>
          </p:cNvSpPr>
          <p:nvPr>
            <p:ph type="body" idx="1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9900" marR="0" lvl="0" indent="-469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Noto Sans Symbols"/>
              <a:buChar char="□"/>
            </a:pPr>
            <a:r>
              <a:rPr lang="en-IN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-------------</a:t>
            </a:r>
            <a:endParaRPr sz="3200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69900" marR="0" lvl="0" indent="-469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Noto Sans Symbols"/>
              <a:buChar char="□"/>
            </a:pPr>
            <a:r>
              <a:rPr lang="en-IN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-------------</a:t>
            </a:r>
            <a:endParaRPr sz="32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SzPts val="3000"/>
              <a:buNone/>
            </a:pPr>
            <a:endParaRPr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6</a:t>
            </a:fld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>
                <a:solidFill>
                  <a:srgbClr val="FF0000"/>
                </a:solidFill>
              </a:rPr>
              <a:t>Proposed Work</a:t>
            </a:r>
            <a:endParaRPr/>
          </a:p>
        </p:txBody>
      </p:sp>
      <p:sp>
        <p:nvSpPr>
          <p:cNvPr id="149" name="Google Shape;149;p7"/>
          <p:cNvSpPr txBox="1">
            <a:spLocks noGrp="1"/>
          </p:cNvSpPr>
          <p:nvPr>
            <p:ph type="body" idx="1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9900" marR="0" lvl="0" indent="-469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Noto Sans Symbols"/>
              <a:buChar char="□"/>
            </a:pPr>
            <a:r>
              <a:rPr lang="en-IN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-------------</a:t>
            </a:r>
            <a:endParaRPr sz="3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69900" marR="0" lvl="0" indent="-469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Noto Sans Symbols"/>
              <a:buChar char="□"/>
            </a:pPr>
            <a:r>
              <a:rPr lang="en-IN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-------------</a:t>
            </a:r>
            <a:endParaRPr sz="32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SzPts val="3000"/>
              <a:buNone/>
            </a:pPr>
            <a:endParaRPr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7</a:t>
            </a:fld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dirty="0">
                <a:solidFill>
                  <a:srgbClr val="FF0000"/>
                </a:solidFill>
              </a:rPr>
              <a:t>System Architecture</a:t>
            </a:r>
            <a:endParaRPr sz="2800" dirty="0"/>
          </a:p>
        </p:txBody>
      </p:sp>
      <p:sp>
        <p:nvSpPr>
          <p:cNvPr id="158" name="Google Shape;158;p8"/>
          <p:cNvSpPr txBox="1">
            <a:spLocks noGrp="1"/>
          </p:cNvSpPr>
          <p:nvPr>
            <p:ph type="body" idx="1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9900" marR="0" lvl="0" indent="-469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Noto Sans Symbols"/>
              <a:buChar char="□"/>
            </a:pPr>
            <a:r>
              <a:rPr lang="en-IN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-------------</a:t>
            </a:r>
            <a:endParaRPr sz="3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69900" marR="0" lvl="0" indent="-469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Noto Sans Symbols"/>
              <a:buChar char="□"/>
            </a:pPr>
            <a:r>
              <a:rPr lang="en-IN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-------------</a:t>
            </a:r>
            <a:endParaRPr sz="32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SzPts val="3000"/>
              <a:buNone/>
            </a:pPr>
            <a:endParaRPr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8</a:t>
            </a:fld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FE535E87-FD1A-DF47-B8A6-C6332B31D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">
            <a:extLst>
              <a:ext uri="{FF2B5EF4-FFF2-40B4-BE49-F238E27FC236}">
                <a16:creationId xmlns:a16="http://schemas.microsoft.com/office/drawing/2014/main" id="{D9808CCC-9E55-7028-0E69-37FDC1CBB1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>
                <a:solidFill>
                  <a:srgbClr val="FF0000"/>
                </a:solidFill>
              </a:rPr>
              <a:t>Methodology</a:t>
            </a:r>
            <a:endParaRPr sz="2800"/>
          </a:p>
        </p:txBody>
      </p:sp>
      <p:sp>
        <p:nvSpPr>
          <p:cNvPr id="158" name="Google Shape;158;p8">
            <a:extLst>
              <a:ext uri="{FF2B5EF4-FFF2-40B4-BE49-F238E27FC236}">
                <a16:creationId xmlns:a16="http://schemas.microsoft.com/office/drawing/2014/main" id="{E6BC4A78-F312-697B-F6A2-EE0DE7EB85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9900" marR="0" lvl="0" indent="-469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Noto Sans Symbols"/>
              <a:buChar char="□"/>
            </a:pPr>
            <a:r>
              <a:rPr lang="en-IN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-------------</a:t>
            </a:r>
            <a:endParaRPr sz="3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69900" marR="0" lvl="0" indent="-469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Noto Sans Symbols"/>
              <a:buChar char="□"/>
            </a:pPr>
            <a:r>
              <a:rPr lang="en-IN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-------------</a:t>
            </a:r>
            <a:endParaRPr sz="32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SzPts val="3000"/>
              <a:buNone/>
            </a:pPr>
            <a:endParaRPr/>
          </a:p>
        </p:txBody>
      </p:sp>
      <p:sp>
        <p:nvSpPr>
          <p:cNvPr id="160" name="Google Shape;160;p8">
            <a:extLst>
              <a:ext uri="{FF2B5EF4-FFF2-40B4-BE49-F238E27FC236}">
                <a16:creationId xmlns:a16="http://schemas.microsoft.com/office/drawing/2014/main" id="{E7B35BDE-5DFD-3D06-5483-CCF49FB99AD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None/>
            </a:pPr>
            <a:r>
              <a:rPr lang="en-IN" sz="12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ICCS-2026</a:t>
            </a:r>
            <a:endParaRPr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49041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>
                <a:solidFill>
                  <a:srgbClr val="FF0000"/>
                </a:solidFill>
              </a:rPr>
              <a:t>Results and Discussions</a:t>
            </a:r>
            <a:endParaRPr sz="2800"/>
          </a:p>
        </p:txBody>
      </p:sp>
      <p:sp>
        <p:nvSpPr>
          <p:cNvPr id="167" name="Google Shape;167;p9"/>
          <p:cNvSpPr txBox="1">
            <a:spLocks noGrp="1"/>
          </p:cNvSpPr>
          <p:nvPr>
            <p:ph type="body" idx="1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9900" marR="0" lvl="0" indent="-469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Noto Sans Symbols"/>
              <a:buChar char="□"/>
            </a:pPr>
            <a:r>
              <a:rPr lang="en-IN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-------------</a:t>
            </a:r>
            <a:endParaRPr sz="3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69900" marR="0" lvl="0" indent="-469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Noto Sans Symbols"/>
              <a:buChar char="□"/>
            </a:pPr>
            <a:r>
              <a:rPr lang="en-IN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-------------</a:t>
            </a:r>
            <a:endParaRPr sz="32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SzPts val="3000"/>
              <a:buNone/>
            </a:pPr>
            <a:endParaRPr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10</a:t>
            </a:fld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>
                <a:solidFill>
                  <a:srgbClr val="FF0000"/>
                </a:solidFill>
              </a:rPr>
              <a:t>Conclusion</a:t>
            </a:r>
            <a:endParaRPr sz="2800"/>
          </a:p>
        </p:txBody>
      </p:sp>
      <p:sp>
        <p:nvSpPr>
          <p:cNvPr id="176" name="Google Shape;176;p10"/>
          <p:cNvSpPr txBox="1">
            <a:spLocks noGrp="1"/>
          </p:cNvSpPr>
          <p:nvPr>
            <p:ph type="body" idx="1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9900" marR="0" lvl="0" indent="-469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Noto Sans Symbols"/>
              <a:buChar char="□"/>
            </a:pPr>
            <a:r>
              <a:rPr lang="en-IN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-------------</a:t>
            </a:r>
            <a:endParaRPr sz="3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69900" marR="0" lvl="0" indent="-469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Noto Sans Symbols"/>
              <a:buChar char="□"/>
            </a:pPr>
            <a:r>
              <a:rPr lang="en-IN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-------------</a:t>
            </a:r>
            <a:endParaRPr sz="32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SzPts val="3000"/>
              <a:buNone/>
            </a:pPr>
            <a:endParaRPr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11</a:t>
            </a:fld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ce16ed41b5_0_0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>
                <a:solidFill>
                  <a:srgbClr val="FF0000"/>
                </a:solidFill>
              </a:rPr>
              <a:t>References</a:t>
            </a:r>
            <a:endParaRPr sz="2800"/>
          </a:p>
        </p:txBody>
      </p:sp>
      <p:sp>
        <p:nvSpPr>
          <p:cNvPr id="185" name="Google Shape;185;g2ce16ed41b5_0_0"/>
          <p:cNvSpPr txBox="1">
            <a:spLocks noGrp="1"/>
          </p:cNvSpPr>
          <p:nvPr>
            <p:ph type="body" idx="1"/>
          </p:nvPr>
        </p:nvSpPr>
        <p:spPr>
          <a:xfrm>
            <a:off x="711200" y="1738952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9900" marR="0" lvl="0" indent="-469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Noto Sans Symbols"/>
              <a:buChar char="□"/>
            </a:pPr>
            <a:r>
              <a:rPr lang="en-IN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-------------</a:t>
            </a:r>
            <a:endParaRPr sz="3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69900" marR="0" lvl="0" indent="-469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Noto Sans Symbols"/>
              <a:buChar char="□"/>
            </a:pPr>
            <a:r>
              <a:rPr lang="en-IN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-------------</a:t>
            </a:r>
            <a:endParaRPr sz="32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SzPts val="3000"/>
              <a:buNone/>
            </a:pPr>
            <a:endParaRPr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12</a:t>
            </a:fld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Red Violet">
      <a:dk1>
        <a:srgbClr val="000000"/>
      </a:dk1>
      <a:lt1>
        <a:srgbClr val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91</Words>
  <Application>Microsoft Office PowerPoint</Application>
  <PresentationFormat>Widescreen</PresentationFormat>
  <Paragraphs>61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Noto Sans Symbols</vt:lpstr>
      <vt:lpstr>Rockwell</vt:lpstr>
      <vt:lpstr>Times New Roman</vt:lpstr>
      <vt:lpstr>Verdana</vt:lpstr>
      <vt:lpstr>Profile</vt:lpstr>
      <vt:lpstr>PowerPoint Presentation</vt:lpstr>
      <vt:lpstr>List of Content</vt:lpstr>
      <vt:lpstr>Abstract</vt:lpstr>
      <vt:lpstr>Introduction</vt:lpstr>
      <vt:lpstr>Literature Survey</vt:lpstr>
      <vt:lpstr>Problem Statement</vt:lpstr>
      <vt:lpstr>Proposed Work</vt:lpstr>
      <vt:lpstr>System Architecture</vt:lpstr>
      <vt:lpstr>Methodology</vt:lpstr>
      <vt:lpstr>Results and Discussions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DURAIMURUGAN N</dc:creator>
  <cp:lastModifiedBy>prajeet vijay</cp:lastModifiedBy>
  <cp:revision>8</cp:revision>
  <dcterms:created xsi:type="dcterms:W3CDTF">2024-04-19T11:43:18Z</dcterms:created>
  <dcterms:modified xsi:type="dcterms:W3CDTF">2026-10-08T07:19:05Z</dcterms:modified>
</cp:coreProperties>
</file>